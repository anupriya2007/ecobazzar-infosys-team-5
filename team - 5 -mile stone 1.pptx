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5C63-2823-4F2E-C1CF-623ACB499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600F3-C28D-6321-EC05-D93F1210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00A04-5554-0ED2-2BB4-6E3744FF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6DCE-518C-9D1A-DD33-1E50109D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F349A-B1B2-A67D-C0FC-5E04BBBE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12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BA82-DBB6-838F-D9D9-EF5CED5A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5DD6-BC90-8EDB-68B4-B133143F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F633B-44F9-A5FC-D6CA-2A73DCCC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2791-4B55-065D-304C-F4E5BD85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FDDF1-D613-306E-5832-86DC74DE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99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2297-11CF-78F3-43E4-B3184179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56B8F-5386-9978-71F8-A8EC074E1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78EDB-6457-1785-2E73-6AEF911F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BED6-5333-6580-D724-943410FA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BB8BB-866F-0957-6AE0-9F48AE5F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23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2981-9E5A-4462-5F09-1F48E394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FC95-D2F6-4BEA-6293-92BDB6C78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154E6-E41F-3265-CED5-91082E47E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6D8DA-59D0-2A1A-7D81-410F6DF8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7561B-E907-09CE-58E8-0BB56325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98D5-834E-9E8D-EC25-6ECA56F7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8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AFC3-EC18-603E-F7D3-2194CD18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EC900-3B9C-8026-E1E6-38448865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325D-AEBE-92CB-D2DA-5FB86C251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63638-0DFD-7362-B47E-53EBAEC91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353C2-5AFD-CEB9-F506-0FB340393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562F3-DFCE-0774-4D8C-11FA575D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FCAE2-2968-75F4-411B-35D90167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A69F8-5D80-C382-3E4D-B810D683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61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E371-F3C2-9B4E-3CB7-5FDD4C4C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504BE-D991-3101-A8CF-1102DC27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D78C0-3D0A-D755-6F4D-14386F62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16E41-408C-F8C6-A0F6-6365FE2D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7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32069-7DB0-F637-6A5D-FD5583C7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3BE1C-364D-9C35-8F0D-3666D4AE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4A9CF-4AE9-5674-B329-6C08A6F7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4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9A92-6796-E7CC-9B15-AF247201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30ED-E4B3-AF80-4457-5BBEB0DB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31ABD-87EB-FE97-2836-58E0EADBD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3F87F-2D5C-D36E-07EC-26A050AD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DD915-BF0D-9099-04DE-060183C8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FD56-44AA-FF3E-024B-BABE976F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01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FEB4-B1C9-2CAF-5E28-0DA36C66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9B355-306E-4034-CDF7-7B3676D8A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6D83F-B13C-D38A-DEC7-37B80578C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500DB-F5E2-C321-9F0B-B9E53706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6291-BE9D-BC6B-E424-9617BEAF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0ED1F-1924-2165-B457-90410A0B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7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35FC-13A5-66A8-B951-A1F8237C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84DBB-C6B5-ED72-A91D-D28FE2A71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83E2-CFBC-81C1-ACED-CC224A85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873C0-25DB-1904-1911-37E2FD541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854D8-4CDD-62B4-3B2C-0F8033CB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0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327B5-2A1C-A83B-7C76-F361342B6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9A966-0517-11BE-350E-6F49AF0A9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54537-5C35-CC2B-E253-EB8267D5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0D1D9-1318-1B29-AA66-6A60B44E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DB68D-E3E8-31E1-2E1A-5ECF4017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0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F598C-DFE0-2B09-3E98-0BC9C91B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10C84-6F94-9E53-CD3E-3D9ABFFEC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D136-A8D8-9F64-46A7-2D72D1F04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54B4A-CB78-4011-894C-949AF43AFAE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02140-84A2-B32C-02AE-83F5808F0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FB20F-AB4E-0206-C2AA-01C4AD53E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A1748-2D5F-412B-B6D9-FB63C5AA1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7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6904-1463-27F3-A99A-7692C9B7D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7DF89-0764-D946-1079-1AC2EADA2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0FD63-778D-DAA2-F5F5-E50B84817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44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691DB-3CB1-6931-89A7-C967774DD7CD}"/>
              </a:ext>
            </a:extLst>
          </p:cNvPr>
          <p:cNvSpPr txBox="1"/>
          <p:nvPr/>
        </p:nvSpPr>
        <p:spPr>
          <a:xfrm>
            <a:off x="5171768" y="5673213"/>
            <a:ext cx="6440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TEAM-5</a:t>
            </a:r>
            <a:r>
              <a:rPr lang="en-US"/>
              <a:t>: Anupriya R</a:t>
            </a:r>
            <a:r>
              <a:rPr lang="en-US" dirty="0"/>
              <a:t>, Reethika Selvam S, </a:t>
            </a:r>
            <a:r>
              <a:rPr lang="en-US" dirty="0" err="1"/>
              <a:t>Gadhamsetty</a:t>
            </a:r>
            <a:r>
              <a:rPr lang="en-US" dirty="0"/>
              <a:t> Pola </a:t>
            </a:r>
            <a:r>
              <a:rPr lang="en-US" dirty="0" err="1"/>
              <a:t>Sreeja,Boyapatti</a:t>
            </a:r>
            <a:r>
              <a:rPr lang="en-US" dirty="0"/>
              <a:t> </a:t>
            </a:r>
            <a:r>
              <a:rPr lang="en-US" dirty="0" err="1"/>
              <a:t>Nissita</a:t>
            </a:r>
            <a:r>
              <a:rPr lang="en-US" dirty="0"/>
              <a:t> Sree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63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B5F84-C571-9D0F-1EFC-F9D04EB6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452"/>
            <a:ext cx="12192000" cy="57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8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CAD86-9EED-AAD9-4F84-295AE6FF8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920"/>
            <a:ext cx="12192000" cy="60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5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3077C-D653-7251-E674-21D3EF877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184"/>
            <a:ext cx="12192000" cy="57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4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23D56-C749-9F58-6D40-EDA359816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059"/>
            <a:ext cx="12192000" cy="597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9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61AD2-AAE1-2BCB-2601-D320069BD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346"/>
            <a:ext cx="12192000" cy="59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836B82-8433-0AE6-5592-80019E1E1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019"/>
            <a:ext cx="12192000" cy="57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3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9C20A4-4FFC-13F2-65FC-FB96564B2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441"/>
            <a:ext cx="12192000" cy="596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0D947-959F-0FDD-CF97-AF1CC10EB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689"/>
            <a:ext cx="12192000" cy="575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42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1FA53-007E-E490-302F-D6A4F4701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019"/>
            <a:ext cx="12192000" cy="57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💕</dc:creator>
  <cp:lastModifiedBy>RISHI 💕</cp:lastModifiedBy>
  <cp:revision>1</cp:revision>
  <dcterms:created xsi:type="dcterms:W3CDTF">2025-12-10T15:20:34Z</dcterms:created>
  <dcterms:modified xsi:type="dcterms:W3CDTF">2025-12-10T15:25:33Z</dcterms:modified>
</cp:coreProperties>
</file>